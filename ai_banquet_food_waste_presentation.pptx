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B4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942"/>
                </a:solidFill>
                <a:latin typeface="Georgia"/>
              </a:defRPr>
            </a:pPr>
            <a:r>
              <a:t>AI Banquet Food Waste &amp; Cost Analytics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Dolphin Hotels &amp; Ramoji Pilot: Optical Waste Recognition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548640"/>
            <a:ext cx="731520" cy="32004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D89A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  <a:latin typeface="Calibri"/>
              </a:defRPr>
            </a:pPr>
            <a:r>
              <a:t>THE CHALLENGE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Hospitality Waste Blindspot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15% to 25% of prepared banquet food in Indian luxury hotels ends up in surplus waste.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Traditional paper logs and floor weighing create severe kitchen bottlenecks during peak event turnaround.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Zero itemized visibility: Chefs lack dish-specific data on which banquet items see highest post-event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324"/>
                </a:solidFill>
                <a:latin typeface="Calibri"/>
              </a:defRPr>
            </a:pPr>
            <a:r>
              <a:t>THE INNOVATION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Zero-Friction Optical AI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Instant computer vision scanning: Kitchen staff simply point a camera or upload a chafing dish photo.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Specialized YOLO Indian Food Neural Network: Recognizes 31 traditional menu items with high-precision bounding boxes.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Seamless staff verification workflow: Automatic classification with rapid 1-click audit override.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  <a:latin typeface="Calibri"/>
              </a:defRPr>
            </a:pPr>
            <a:r>
              <a:t>BUSINESS VALUE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Protecting Culinary Margins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Reduces daily kitchen audit time from 30+ minutes of manual scale tracking to under 3 seconds per dish.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Enables data-driven portion sizing for recurring weddings, corporate conventions, and festive banquets.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Supports ESG sustainability reporting and zero-landfill culinary compliance targets.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B4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942"/>
                </a:solidFill>
                <a:latin typeface="Georgia"/>
              </a:defRPr>
            </a:pPr>
            <a:r>
              <a:t>Computer Vision Engine: Real-Time YOLO Inference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Custom 31-Class Indian Food Segmentation &amp; Optical Classification (best.pt)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548640"/>
            <a:ext cx="731520" cy="32004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D89A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324"/>
                </a:solidFill>
                <a:latin typeface="Calibri"/>
              </a:defRPr>
            </a:pPr>
            <a:r>
              <a:t>MODEL ARCHITECTURE &amp; PERFORMANCE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Custom YOLO Indian Food Vision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Culinary Classes: 31 Indian items (Biryani, Rajma, Palak Paneer, Dal, Dosa, Poha, Sweets).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Augmentation Pipeline: Mosaic (1.0) &amp; Mixup (0.25) to simulate overlapping buffet chafing pans.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GPU Inference Speed: ~11.2 ms per frame on NVIDIA GeForce RTX 4060 hardware.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Multi-Input Ingestion: Dedicated real-time webcam feed with live HUD + Drag-and-Drop photo upload.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Calibri"/>
              </a:defRPr>
            </a:pPr>
            <a:r>
              <a:t>•  Visual Verification: Automated bounding box overlay + instant confidence match badge.</a:t>
            </a:r>
          </a:p>
        </p:txBody>
      </p:sp>
      <p:pic>
        <p:nvPicPr>
          <p:cNvPr id="8" name="Picture 7" descr="02_scan_result_bounding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303520" cy="61984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731520" cy="54864"/>
          </a:xfrm>
          <a:prstGeom prst="rect">
            <a:avLst/>
          </a:prstGeom>
          <a:solidFill>
            <a:srgbClr val="B48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2942"/>
                </a:solidFill>
                <a:latin typeface="Georgia"/>
              </a:defRPr>
            </a:pPr>
            <a:r>
              <a:t>Operational Workflow &amp; Business Impact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Closing the Feedback Loop from Banquet Floor to Culinary 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548640"/>
            <a:ext cx="731520" cy="320040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D89A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324"/>
                </a:solidFill>
                <a:latin typeface="Calibri"/>
              </a:defRPr>
            </a:pPr>
            <a:r>
              <a:t>PHASE 1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Kitchen Scan Capture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Staff scans dish leftovers at tray clearance station.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Two intuitive modes: Live webcam stream or high-res smartphone photo upload.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Zero training required for floor stewards and culinary audit staff.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2942"/>
                </a:solidFill>
                <a:latin typeface="Calibri"/>
              </a:defRPr>
            </a:pPr>
            <a:r>
              <a:t>PHASE 2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Neural Classification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YOLO extracts bounding coordinates and cross-references banquet menu hints.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High-confidence match badge rendered directly on the dish preview.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One-click audit correction allows instant menu override if dish is ambiguous.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20240"/>
            <a:ext cx="277977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E3B"/>
                </a:solidFill>
                <a:latin typeface="Calibri"/>
              </a:defRPr>
            </a:pPr>
            <a:r>
              <a:t>PHASE 3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Executive Intelligence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Automatic commitment to Event Banquet Waste Ledger.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Direct recipe intelligence: highlights consistently over-prepared menu items.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 Scalable to multi-property luxury hotel chains (Dolphin Hotels / Ramoji Film City).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